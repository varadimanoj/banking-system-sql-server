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52" r:id="rId1"/>
  </p:sldMasterIdLst>
  <p:sldIdLst>
    <p:sldId id="256" r:id="rId2"/>
  </p:sldIdLst>
  <p:sldSz cx="19824700" cy="12168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8088" y="1991415"/>
            <a:ext cx="14868525" cy="4236332"/>
          </a:xfrm>
        </p:spPr>
        <p:txBody>
          <a:bodyPr anchor="b"/>
          <a:lstStyle>
            <a:lvl1pPr algn="ctr">
              <a:defRPr sz="97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8088" y="6391116"/>
            <a:ext cx="14868525" cy="2937828"/>
          </a:xfrm>
        </p:spPr>
        <p:txBody>
          <a:bodyPr/>
          <a:lstStyle>
            <a:lvl1pPr marL="0" indent="0" algn="ctr">
              <a:buNone/>
              <a:defRPr sz="3902"/>
            </a:lvl1pPr>
            <a:lvl2pPr marL="743407" indent="0" algn="ctr">
              <a:buNone/>
              <a:defRPr sz="3252"/>
            </a:lvl2pPr>
            <a:lvl3pPr marL="1486814" indent="0" algn="ctr">
              <a:buNone/>
              <a:defRPr sz="2927"/>
            </a:lvl3pPr>
            <a:lvl4pPr marL="2230222" indent="0" algn="ctr">
              <a:buNone/>
              <a:defRPr sz="2602"/>
            </a:lvl4pPr>
            <a:lvl5pPr marL="2973629" indent="0" algn="ctr">
              <a:buNone/>
              <a:defRPr sz="2602"/>
            </a:lvl5pPr>
            <a:lvl6pPr marL="3717036" indent="0" algn="ctr">
              <a:buNone/>
              <a:defRPr sz="2602"/>
            </a:lvl6pPr>
            <a:lvl7pPr marL="4460443" indent="0" algn="ctr">
              <a:buNone/>
              <a:defRPr sz="2602"/>
            </a:lvl7pPr>
            <a:lvl8pPr marL="5203850" indent="0" algn="ctr">
              <a:buNone/>
              <a:defRPr sz="2602"/>
            </a:lvl8pPr>
            <a:lvl9pPr marL="5947258" indent="0" algn="ctr">
              <a:buNone/>
              <a:defRPr sz="260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98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623" y="3033599"/>
            <a:ext cx="17098804" cy="5061627"/>
          </a:xfrm>
        </p:spPr>
        <p:txBody>
          <a:bodyPr anchor="b"/>
          <a:lstStyle>
            <a:lvl1pPr>
              <a:defRPr sz="97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2623" y="8143111"/>
            <a:ext cx="17098804" cy="2661790"/>
          </a:xfrm>
        </p:spPr>
        <p:txBody>
          <a:bodyPr/>
          <a:lstStyle>
            <a:lvl1pPr marL="0" indent="0">
              <a:buNone/>
              <a:defRPr sz="3902">
                <a:solidFill>
                  <a:schemeClr val="tx1">
                    <a:tint val="75000"/>
                  </a:schemeClr>
                </a:solidFill>
              </a:defRPr>
            </a:lvl1pPr>
            <a:lvl2pPr marL="743407" indent="0">
              <a:buNone/>
              <a:defRPr sz="3252">
                <a:solidFill>
                  <a:schemeClr val="tx1">
                    <a:tint val="75000"/>
                  </a:schemeClr>
                </a:solidFill>
              </a:defRPr>
            </a:lvl2pPr>
            <a:lvl3pPr marL="1486814" indent="0">
              <a:buNone/>
              <a:defRPr sz="2927">
                <a:solidFill>
                  <a:schemeClr val="tx1">
                    <a:tint val="75000"/>
                  </a:schemeClr>
                </a:solidFill>
              </a:defRPr>
            </a:lvl3pPr>
            <a:lvl4pPr marL="2230222" indent="0">
              <a:buNone/>
              <a:defRPr sz="2602">
                <a:solidFill>
                  <a:schemeClr val="tx1">
                    <a:tint val="75000"/>
                  </a:schemeClr>
                </a:solidFill>
              </a:defRPr>
            </a:lvl4pPr>
            <a:lvl5pPr marL="2973629" indent="0">
              <a:buNone/>
              <a:defRPr sz="2602">
                <a:solidFill>
                  <a:schemeClr val="tx1">
                    <a:tint val="75000"/>
                  </a:schemeClr>
                </a:solidFill>
              </a:defRPr>
            </a:lvl5pPr>
            <a:lvl6pPr marL="3717036" indent="0">
              <a:buNone/>
              <a:defRPr sz="2602">
                <a:solidFill>
                  <a:schemeClr val="tx1">
                    <a:tint val="75000"/>
                  </a:schemeClr>
                </a:solidFill>
              </a:defRPr>
            </a:lvl6pPr>
            <a:lvl7pPr marL="4460443" indent="0">
              <a:buNone/>
              <a:defRPr sz="2602">
                <a:solidFill>
                  <a:schemeClr val="tx1">
                    <a:tint val="75000"/>
                  </a:schemeClr>
                </a:solidFill>
              </a:defRPr>
            </a:lvl7pPr>
            <a:lvl8pPr marL="5203850" indent="0">
              <a:buNone/>
              <a:defRPr sz="2602">
                <a:solidFill>
                  <a:schemeClr val="tx1">
                    <a:tint val="75000"/>
                  </a:schemeClr>
                </a:solidFill>
              </a:defRPr>
            </a:lvl8pPr>
            <a:lvl9pPr marL="5947258" indent="0">
              <a:buNone/>
              <a:defRPr sz="26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4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2948" y="3239216"/>
            <a:ext cx="8425498" cy="77206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36254" y="3239216"/>
            <a:ext cx="8425498" cy="77206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530" y="647844"/>
            <a:ext cx="17098804" cy="23519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531" y="2982897"/>
            <a:ext cx="8386777" cy="1461872"/>
          </a:xfrm>
        </p:spPr>
        <p:txBody>
          <a:bodyPr anchor="b"/>
          <a:lstStyle>
            <a:lvl1pPr marL="0" indent="0">
              <a:buNone/>
              <a:defRPr sz="3902" b="1"/>
            </a:lvl1pPr>
            <a:lvl2pPr marL="743407" indent="0">
              <a:buNone/>
              <a:defRPr sz="3252" b="1"/>
            </a:lvl2pPr>
            <a:lvl3pPr marL="1486814" indent="0">
              <a:buNone/>
              <a:defRPr sz="2927" b="1"/>
            </a:lvl3pPr>
            <a:lvl4pPr marL="2230222" indent="0">
              <a:buNone/>
              <a:defRPr sz="2602" b="1"/>
            </a:lvl4pPr>
            <a:lvl5pPr marL="2973629" indent="0">
              <a:buNone/>
              <a:defRPr sz="2602" b="1"/>
            </a:lvl5pPr>
            <a:lvl6pPr marL="3717036" indent="0">
              <a:buNone/>
              <a:defRPr sz="2602" b="1"/>
            </a:lvl6pPr>
            <a:lvl7pPr marL="4460443" indent="0">
              <a:buNone/>
              <a:defRPr sz="2602" b="1"/>
            </a:lvl7pPr>
            <a:lvl8pPr marL="5203850" indent="0">
              <a:buNone/>
              <a:defRPr sz="2602" b="1"/>
            </a:lvl8pPr>
            <a:lvl9pPr marL="5947258" indent="0">
              <a:buNone/>
              <a:defRPr sz="26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5531" y="4444769"/>
            <a:ext cx="8386777" cy="6537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36254" y="2982897"/>
            <a:ext cx="8428080" cy="1461872"/>
          </a:xfrm>
        </p:spPr>
        <p:txBody>
          <a:bodyPr anchor="b"/>
          <a:lstStyle>
            <a:lvl1pPr marL="0" indent="0">
              <a:buNone/>
              <a:defRPr sz="3902" b="1"/>
            </a:lvl1pPr>
            <a:lvl2pPr marL="743407" indent="0">
              <a:buNone/>
              <a:defRPr sz="3252" b="1"/>
            </a:lvl2pPr>
            <a:lvl3pPr marL="1486814" indent="0">
              <a:buNone/>
              <a:defRPr sz="2927" b="1"/>
            </a:lvl3pPr>
            <a:lvl4pPr marL="2230222" indent="0">
              <a:buNone/>
              <a:defRPr sz="2602" b="1"/>
            </a:lvl4pPr>
            <a:lvl5pPr marL="2973629" indent="0">
              <a:buNone/>
              <a:defRPr sz="2602" b="1"/>
            </a:lvl5pPr>
            <a:lvl6pPr marL="3717036" indent="0">
              <a:buNone/>
              <a:defRPr sz="2602" b="1"/>
            </a:lvl6pPr>
            <a:lvl7pPr marL="4460443" indent="0">
              <a:buNone/>
              <a:defRPr sz="2602" b="1"/>
            </a:lvl7pPr>
            <a:lvl8pPr marL="5203850" indent="0">
              <a:buNone/>
              <a:defRPr sz="2602" b="1"/>
            </a:lvl8pPr>
            <a:lvl9pPr marL="5947258" indent="0">
              <a:buNone/>
              <a:defRPr sz="26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36254" y="4444769"/>
            <a:ext cx="8428080" cy="6537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4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4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531" y="811212"/>
            <a:ext cx="6393981" cy="2839244"/>
          </a:xfrm>
        </p:spPr>
        <p:txBody>
          <a:bodyPr anchor="b"/>
          <a:lstStyle>
            <a:lvl1pPr>
              <a:defRPr sz="5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8080" y="1751995"/>
            <a:ext cx="10036254" cy="8647300"/>
          </a:xfrm>
        </p:spPr>
        <p:txBody>
          <a:bodyPr/>
          <a:lstStyle>
            <a:lvl1pPr>
              <a:defRPr sz="5203"/>
            </a:lvl1pPr>
            <a:lvl2pPr>
              <a:defRPr sz="4553"/>
            </a:lvl2pPr>
            <a:lvl3pPr>
              <a:defRPr sz="3902"/>
            </a:lvl3pPr>
            <a:lvl4pPr>
              <a:defRPr sz="3252"/>
            </a:lvl4pPr>
            <a:lvl5pPr>
              <a:defRPr sz="3252"/>
            </a:lvl5pPr>
            <a:lvl6pPr>
              <a:defRPr sz="3252"/>
            </a:lvl6pPr>
            <a:lvl7pPr>
              <a:defRPr sz="3252"/>
            </a:lvl7pPr>
            <a:lvl8pPr>
              <a:defRPr sz="3252"/>
            </a:lvl8pPr>
            <a:lvl9pPr>
              <a:defRPr sz="32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5531" y="3650456"/>
            <a:ext cx="6393981" cy="6762922"/>
          </a:xfrm>
        </p:spPr>
        <p:txBody>
          <a:bodyPr/>
          <a:lstStyle>
            <a:lvl1pPr marL="0" indent="0">
              <a:buNone/>
              <a:defRPr sz="2602"/>
            </a:lvl1pPr>
            <a:lvl2pPr marL="743407" indent="0">
              <a:buNone/>
              <a:defRPr sz="2276"/>
            </a:lvl2pPr>
            <a:lvl3pPr marL="1486814" indent="0">
              <a:buNone/>
              <a:defRPr sz="1951"/>
            </a:lvl3pPr>
            <a:lvl4pPr marL="2230222" indent="0">
              <a:buNone/>
              <a:defRPr sz="1626"/>
            </a:lvl4pPr>
            <a:lvl5pPr marL="2973629" indent="0">
              <a:buNone/>
              <a:defRPr sz="1626"/>
            </a:lvl5pPr>
            <a:lvl6pPr marL="3717036" indent="0">
              <a:buNone/>
              <a:defRPr sz="1626"/>
            </a:lvl6pPr>
            <a:lvl7pPr marL="4460443" indent="0">
              <a:buNone/>
              <a:defRPr sz="1626"/>
            </a:lvl7pPr>
            <a:lvl8pPr marL="5203850" indent="0">
              <a:buNone/>
              <a:defRPr sz="1626"/>
            </a:lvl8pPr>
            <a:lvl9pPr marL="5947258" indent="0">
              <a:buNone/>
              <a:defRPr sz="16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1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531" y="811212"/>
            <a:ext cx="6393981" cy="2839244"/>
          </a:xfrm>
        </p:spPr>
        <p:txBody>
          <a:bodyPr anchor="b"/>
          <a:lstStyle>
            <a:lvl1pPr>
              <a:defRPr sz="5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28080" y="1751995"/>
            <a:ext cx="10036254" cy="8647300"/>
          </a:xfrm>
        </p:spPr>
        <p:txBody>
          <a:bodyPr anchor="t"/>
          <a:lstStyle>
            <a:lvl1pPr marL="0" indent="0">
              <a:buNone/>
              <a:defRPr sz="5203"/>
            </a:lvl1pPr>
            <a:lvl2pPr marL="743407" indent="0">
              <a:buNone/>
              <a:defRPr sz="4553"/>
            </a:lvl2pPr>
            <a:lvl3pPr marL="1486814" indent="0">
              <a:buNone/>
              <a:defRPr sz="3902"/>
            </a:lvl3pPr>
            <a:lvl4pPr marL="2230222" indent="0">
              <a:buNone/>
              <a:defRPr sz="3252"/>
            </a:lvl4pPr>
            <a:lvl5pPr marL="2973629" indent="0">
              <a:buNone/>
              <a:defRPr sz="3252"/>
            </a:lvl5pPr>
            <a:lvl6pPr marL="3717036" indent="0">
              <a:buNone/>
              <a:defRPr sz="3252"/>
            </a:lvl6pPr>
            <a:lvl7pPr marL="4460443" indent="0">
              <a:buNone/>
              <a:defRPr sz="3252"/>
            </a:lvl7pPr>
            <a:lvl8pPr marL="5203850" indent="0">
              <a:buNone/>
              <a:defRPr sz="3252"/>
            </a:lvl8pPr>
            <a:lvl9pPr marL="5947258" indent="0">
              <a:buNone/>
              <a:defRPr sz="325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5531" y="3650456"/>
            <a:ext cx="6393981" cy="6762922"/>
          </a:xfrm>
        </p:spPr>
        <p:txBody>
          <a:bodyPr/>
          <a:lstStyle>
            <a:lvl1pPr marL="0" indent="0">
              <a:buNone/>
              <a:defRPr sz="2602"/>
            </a:lvl1pPr>
            <a:lvl2pPr marL="743407" indent="0">
              <a:buNone/>
              <a:defRPr sz="2276"/>
            </a:lvl2pPr>
            <a:lvl3pPr marL="1486814" indent="0">
              <a:buNone/>
              <a:defRPr sz="1951"/>
            </a:lvl3pPr>
            <a:lvl4pPr marL="2230222" indent="0">
              <a:buNone/>
              <a:defRPr sz="1626"/>
            </a:lvl4pPr>
            <a:lvl5pPr marL="2973629" indent="0">
              <a:buNone/>
              <a:defRPr sz="1626"/>
            </a:lvl5pPr>
            <a:lvl6pPr marL="3717036" indent="0">
              <a:buNone/>
              <a:defRPr sz="1626"/>
            </a:lvl6pPr>
            <a:lvl7pPr marL="4460443" indent="0">
              <a:buNone/>
              <a:defRPr sz="1626"/>
            </a:lvl7pPr>
            <a:lvl8pPr marL="5203850" indent="0">
              <a:buNone/>
              <a:defRPr sz="1626"/>
            </a:lvl8pPr>
            <a:lvl9pPr marL="5947258" indent="0">
              <a:buNone/>
              <a:defRPr sz="16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1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2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87051" y="647843"/>
            <a:ext cx="4274701" cy="103119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2948" y="647843"/>
            <a:ext cx="12576294" cy="10311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5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2948" y="647844"/>
            <a:ext cx="17098804" cy="2351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948" y="3239216"/>
            <a:ext cx="17098804" cy="7720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2948" y="11278109"/>
            <a:ext cx="4460558" cy="647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705F-55E1-4AF1-B14E-6CE2A14AD13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66932" y="11278109"/>
            <a:ext cx="6690836" cy="647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01194" y="11278109"/>
            <a:ext cx="4460558" cy="647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CF4EE-4CB1-473C-93ED-A993A4134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0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1486814" rtl="0" eaLnBrk="1" latinLnBrk="0" hangingPunct="1">
        <a:lnSpc>
          <a:spcPct val="90000"/>
        </a:lnSpc>
        <a:spcBef>
          <a:spcPct val="0"/>
        </a:spcBef>
        <a:buNone/>
        <a:defRPr sz="71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704" indent="-371704" algn="l" defTabSz="1486814" rtl="0" eaLnBrk="1" latinLnBrk="0" hangingPunct="1">
        <a:lnSpc>
          <a:spcPct val="90000"/>
        </a:lnSpc>
        <a:spcBef>
          <a:spcPts val="1626"/>
        </a:spcBef>
        <a:buFont typeface="Arial" panose="020B0604020202020204" pitchFamily="34" charset="0"/>
        <a:buChar char="•"/>
        <a:defRPr sz="4553" kern="1200">
          <a:solidFill>
            <a:schemeClr val="tx1"/>
          </a:solidFill>
          <a:latin typeface="+mn-lt"/>
          <a:ea typeface="+mn-ea"/>
          <a:cs typeface="+mn-cs"/>
        </a:defRPr>
      </a:lvl1pPr>
      <a:lvl2pPr marL="1115111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3902" kern="1200">
          <a:solidFill>
            <a:schemeClr val="tx1"/>
          </a:solidFill>
          <a:latin typeface="+mn-lt"/>
          <a:ea typeface="+mn-ea"/>
          <a:cs typeface="+mn-cs"/>
        </a:defRPr>
      </a:lvl2pPr>
      <a:lvl3pPr marL="1858518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3252" kern="1200">
          <a:solidFill>
            <a:schemeClr val="tx1"/>
          </a:solidFill>
          <a:latin typeface="+mn-lt"/>
          <a:ea typeface="+mn-ea"/>
          <a:cs typeface="+mn-cs"/>
        </a:defRPr>
      </a:lvl3pPr>
      <a:lvl4pPr marL="2601925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927" kern="1200">
          <a:solidFill>
            <a:schemeClr val="tx1"/>
          </a:solidFill>
          <a:latin typeface="+mn-lt"/>
          <a:ea typeface="+mn-ea"/>
          <a:cs typeface="+mn-cs"/>
        </a:defRPr>
      </a:lvl4pPr>
      <a:lvl5pPr marL="3345332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927" kern="1200">
          <a:solidFill>
            <a:schemeClr val="tx1"/>
          </a:solidFill>
          <a:latin typeface="+mn-lt"/>
          <a:ea typeface="+mn-ea"/>
          <a:cs typeface="+mn-cs"/>
        </a:defRPr>
      </a:lvl5pPr>
      <a:lvl6pPr marL="4088740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927" kern="1200">
          <a:solidFill>
            <a:schemeClr val="tx1"/>
          </a:solidFill>
          <a:latin typeface="+mn-lt"/>
          <a:ea typeface="+mn-ea"/>
          <a:cs typeface="+mn-cs"/>
        </a:defRPr>
      </a:lvl6pPr>
      <a:lvl7pPr marL="4832147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927" kern="1200">
          <a:solidFill>
            <a:schemeClr val="tx1"/>
          </a:solidFill>
          <a:latin typeface="+mn-lt"/>
          <a:ea typeface="+mn-ea"/>
          <a:cs typeface="+mn-cs"/>
        </a:defRPr>
      </a:lvl7pPr>
      <a:lvl8pPr marL="5575554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927" kern="1200">
          <a:solidFill>
            <a:schemeClr val="tx1"/>
          </a:solidFill>
          <a:latin typeface="+mn-lt"/>
          <a:ea typeface="+mn-ea"/>
          <a:cs typeface="+mn-cs"/>
        </a:defRPr>
      </a:lvl8pPr>
      <a:lvl9pPr marL="6318961" indent="-371704" algn="l" defTabSz="1486814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9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1pPr>
      <a:lvl2pPr marL="743407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2pPr>
      <a:lvl3pPr marL="1486814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3pPr>
      <a:lvl4pPr marL="2230222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4pPr>
      <a:lvl5pPr marL="2973629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5pPr>
      <a:lvl6pPr marL="3717036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6pPr>
      <a:lvl7pPr marL="4460443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7pPr>
      <a:lvl8pPr marL="5203850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8pPr>
      <a:lvl9pPr marL="5947258" algn="l" defTabSz="1486814" rtl="0" eaLnBrk="1" latinLnBrk="0" hangingPunct="1">
        <a:defRPr sz="29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7585D37-D0C2-14C6-2D44-EBA8CE4F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667913" cy="121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2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2842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 Light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</dc:creator>
  <cp:lastModifiedBy>ABHI</cp:lastModifiedBy>
  <cp:revision>2</cp:revision>
  <dcterms:created xsi:type="dcterms:W3CDTF">2026-08-08T17:08:48Z</dcterms:created>
  <dcterms:modified xsi:type="dcterms:W3CDTF">2026-08-10T16:31:26Z</dcterms:modified>
</cp:coreProperties>
</file>